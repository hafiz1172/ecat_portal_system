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53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13D9-6453-4D39-A56D-9850A5BE0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B8FBF-5E04-4118-A8F3-4D6506A7B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B891-68B8-4A38-ABFA-937801B1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D090F-1476-4930-AE3C-9F3850F8B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AFACE-3FC2-4CF0-A5A3-B5846882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36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1D39-8A7C-454E-8DFA-C5AD9636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2630B-2D2B-4170-9849-E90F64AFB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E51BC-7C23-4A62-B23E-9DCBA1E2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825EE-0757-47FF-B423-6DF15B26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D1640-610A-4B04-93C0-93DE4CE5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1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29A7-8D41-43B5-90C9-3CBE5DDDF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35159-0051-41DB-9D3D-DDE587C99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68584-92DD-4321-AE2A-D0B67396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6B6C3-FA83-40B3-A773-A7A873A2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B6A0D-D349-43B4-9454-76DF5969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6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E9F2-B564-4FF0-967F-30C62D5B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6544B-51EB-429A-8E42-32B785E8C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6B4CF-13FE-40D8-8E32-46FA69A33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11832-2CE3-4443-9067-480AF870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23EA0-89C7-4040-BEA2-9203C79F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25894-A29C-49DC-ADFB-BFFDFCB1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3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3DD0-27DA-4D70-9CE5-F31287DA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BBE70-4742-432C-BEF4-55A3429F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FCEAA-2E3A-4560-9861-136E6661C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2B8D5-FAD3-4A85-985C-DA968F91B1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537A4-2A0A-4EFE-856B-EB3B81A3D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41E51-844B-40FF-A7D2-A1DF19B6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3973E-EB34-4839-AF4D-A5AE9E02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A3DCA-4977-4CED-A56E-7987B45F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39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79B7C-164A-4F8D-A28E-C6B240A0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2FBF8-CE5D-446F-AC38-D9D7EC65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B78AA-8EF7-4F25-856B-B6CA8F16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F11B1-7824-4BB1-B5B6-A944158B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8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E7982-89F3-474A-9305-71972711A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2BD4D-8B63-4D0E-BEA9-48C8B79D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D85D1-DDD1-4981-8D49-8FE59BEB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4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9058-002E-4CAD-9D15-8DA85EF4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5E90-E1FE-43A0-914A-074C9113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8C72E-CA2A-4009-BC6F-A026C460D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0A85D-B52D-45CD-A2F4-6923A3FE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62922-92B9-4C34-80D5-FCCDD3B2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23FAC-79C2-449D-A44B-F8DD5212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5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C4F7-56DE-42F1-BAB7-5C9CFE13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24E53-8AB4-4F12-B7E5-3E8E27519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EF5FC-1D18-4A1C-9BC1-65EB2CA0F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752A5-949D-4222-ADE1-7F6B207A0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1E9F9-B7E1-46BF-B19D-5D35F50B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85E97-4A28-45EB-AE9C-A898EE14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5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2E5A-5599-42E4-BA98-AF8525B4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61C8D-8C89-4049-A65F-E1D9CEAF0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0AAB8-3FAE-41D2-8705-6B9BC2303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665A6-FB68-4787-B5A0-4F64778D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CBAA7-C298-40D5-8166-D92E05B6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23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CE1A4-8E5C-423C-8D7A-4188560D2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1FDD2-FECD-4533-A310-3087C6062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DE9C1-6959-4C28-8750-CEC3D011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63AC3-40BD-42E5-95FB-06FE7CB3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3FEDB-551D-4FF1-8B31-2AA2B55F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9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87AA0-09EE-4794-B1AE-4849176E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1B104-9D0C-4418-A75B-18936D378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7344D-216D-4269-BF28-A915FC62C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BD56B-EE1B-42FB-BE9A-F4763207B86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2740A-4723-4C1B-B80D-5FC6B60CD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57EB6-8727-46B3-BF93-9E9C3069E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657B7-138F-465B-BB51-1B11A9288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0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FC4951-9714-4E4E-8CC0-AB7C2FF64156}"/>
              </a:ext>
            </a:extLst>
          </p:cNvPr>
          <p:cNvSpPr/>
          <p:nvPr/>
        </p:nvSpPr>
        <p:spPr>
          <a:xfrm>
            <a:off x="4087091" y="1967344"/>
            <a:ext cx="5444837" cy="3006437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In-Memory Storage (Lists &amp; </a:t>
            </a:r>
            <a:r>
              <a:rPr lang="en-US" dirty="0" err="1">
                <a:solidFill>
                  <a:schemeClr val="tx1"/>
                </a:solidFill>
              </a:rPr>
              <a:t>Dicts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D833F-1BBF-49AA-B91A-61C701549016}"/>
              </a:ext>
            </a:extLst>
          </p:cNvPr>
          <p:cNvSpPr/>
          <p:nvPr/>
        </p:nvSpPr>
        <p:spPr>
          <a:xfrm>
            <a:off x="4468093" y="2909454"/>
            <a:ext cx="2535381" cy="519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83557-FB83-43BB-8541-8E12CB9DF299}"/>
              </a:ext>
            </a:extLst>
          </p:cNvPr>
          <p:cNvSpPr/>
          <p:nvPr/>
        </p:nvSpPr>
        <p:spPr>
          <a:xfrm>
            <a:off x="4468092" y="3851564"/>
            <a:ext cx="2535381" cy="519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all_results</a:t>
            </a:r>
            <a:endParaRPr lang="en-US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59A41F6C-1F8D-47B3-9CC2-44D28B98CA1B}"/>
              </a:ext>
            </a:extLst>
          </p:cNvPr>
          <p:cNvSpPr/>
          <p:nvPr/>
        </p:nvSpPr>
        <p:spPr>
          <a:xfrm>
            <a:off x="204356" y="2343148"/>
            <a:ext cx="2663536" cy="2171702"/>
          </a:xfrm>
          <a:prstGeom prst="diamon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Authentication Check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B51EB1-A4FE-4E20-A6DA-54ED36AACDB4}"/>
              </a:ext>
            </a:extLst>
          </p:cNvPr>
          <p:cNvSpPr/>
          <p:nvPr/>
        </p:nvSpPr>
        <p:spPr>
          <a:xfrm>
            <a:off x="581891" y="692727"/>
            <a:ext cx="2286001" cy="6788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Portal 1: ECAT Admin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719BF4-2A9E-468E-AACA-1CD286515647}"/>
              </a:ext>
            </a:extLst>
          </p:cNvPr>
          <p:cNvSpPr/>
          <p:nvPr/>
        </p:nvSpPr>
        <p:spPr>
          <a:xfrm>
            <a:off x="484909" y="5486400"/>
            <a:ext cx="2382983" cy="6788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Portal 2: Student Exam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D11678D-CF21-4A2A-9455-4F310DA32D26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flipH="1">
            <a:off x="1536124" y="1371598"/>
            <a:ext cx="188768" cy="971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C96990-B63A-473E-9B8C-ADD6C0B649DC}"/>
              </a:ext>
            </a:extLst>
          </p:cNvPr>
          <p:cNvCxnSpPr>
            <a:stCxn id="17" idx="0"/>
            <a:endCxn id="15" idx="2"/>
          </p:cNvCxnSpPr>
          <p:nvPr/>
        </p:nvCxnSpPr>
        <p:spPr>
          <a:xfrm flipH="1" flipV="1">
            <a:off x="1536124" y="4514850"/>
            <a:ext cx="140277" cy="971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22AD77-2E64-41EF-B9AB-ACCA9F9B4D8F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867892" y="1011382"/>
            <a:ext cx="1745672" cy="207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925C04-F1EF-4EF6-838F-C3B8C0754F65}"/>
              </a:ext>
            </a:extLst>
          </p:cNvPr>
          <p:cNvCxnSpPr>
            <a:cxnSpLocks/>
          </p:cNvCxnSpPr>
          <p:nvPr/>
        </p:nvCxnSpPr>
        <p:spPr>
          <a:xfrm>
            <a:off x="4613564" y="997527"/>
            <a:ext cx="0" cy="969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58319D7-913E-4890-AEF3-01AC7CAAEFB6}"/>
              </a:ext>
            </a:extLst>
          </p:cNvPr>
          <p:cNvSpPr/>
          <p:nvPr/>
        </p:nvSpPr>
        <p:spPr>
          <a:xfrm>
            <a:off x="3138057" y="346365"/>
            <a:ext cx="1205341" cy="6580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Update/Delete MCQs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34D4DD7-5261-46E3-954D-16D78C75A978}"/>
              </a:ext>
            </a:extLst>
          </p:cNvPr>
          <p:cNvCxnSpPr>
            <a:cxnSpLocks/>
          </p:cNvCxnSpPr>
          <p:nvPr/>
        </p:nvCxnSpPr>
        <p:spPr>
          <a:xfrm flipH="1">
            <a:off x="2355274" y="2343148"/>
            <a:ext cx="17318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28C727-2488-47E7-98AC-B1F1286F6109}"/>
              </a:ext>
            </a:extLst>
          </p:cNvPr>
          <p:cNvCxnSpPr/>
          <p:nvPr/>
        </p:nvCxnSpPr>
        <p:spPr>
          <a:xfrm flipV="1">
            <a:off x="2369127" y="1371598"/>
            <a:ext cx="0" cy="971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4077B38-85E0-4182-B3BC-A5F169868FC3}"/>
              </a:ext>
            </a:extLst>
          </p:cNvPr>
          <p:cNvSpPr/>
          <p:nvPr/>
        </p:nvSpPr>
        <p:spPr>
          <a:xfrm>
            <a:off x="2528456" y="1980353"/>
            <a:ext cx="942108" cy="2909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View Results/Stats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093DAC-7E62-42AF-8943-0C44E5C29313}"/>
              </a:ext>
            </a:extLst>
          </p:cNvPr>
          <p:cNvCxnSpPr/>
          <p:nvPr/>
        </p:nvCxnSpPr>
        <p:spPr>
          <a:xfrm flipV="1">
            <a:off x="2528456" y="4371108"/>
            <a:ext cx="0" cy="1115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DBD2DB9-DF60-43BA-8F45-4BF932EF8ED9}"/>
              </a:ext>
            </a:extLst>
          </p:cNvPr>
          <p:cNvCxnSpPr/>
          <p:nvPr/>
        </p:nvCxnSpPr>
        <p:spPr>
          <a:xfrm>
            <a:off x="2528456" y="4371108"/>
            <a:ext cx="15586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2D1681-906F-42E1-95B8-BBE33B9BEB9B}"/>
              </a:ext>
            </a:extLst>
          </p:cNvPr>
          <p:cNvCxnSpPr/>
          <p:nvPr/>
        </p:nvCxnSpPr>
        <p:spPr>
          <a:xfrm>
            <a:off x="5735782" y="5000625"/>
            <a:ext cx="0" cy="8252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5171CFB-5233-4D56-A3C9-ADC866013DC4}"/>
              </a:ext>
            </a:extLst>
          </p:cNvPr>
          <p:cNvCxnSpPr>
            <a:endCxn id="17" idx="3"/>
          </p:cNvCxnSpPr>
          <p:nvPr/>
        </p:nvCxnSpPr>
        <p:spPr>
          <a:xfrm flipH="1">
            <a:off x="2867892" y="5825836"/>
            <a:ext cx="286789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F870377-B6E7-4C82-9CCE-3801AF46455D}"/>
              </a:ext>
            </a:extLst>
          </p:cNvPr>
          <p:cNvSpPr/>
          <p:nvPr/>
        </p:nvSpPr>
        <p:spPr>
          <a:xfrm>
            <a:off x="2660072" y="4404886"/>
            <a:ext cx="879759" cy="4857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Save Final Result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43CFC1-D99F-42DB-B6C6-AB711F9A001D}"/>
              </a:ext>
            </a:extLst>
          </p:cNvPr>
          <p:cNvSpPr/>
          <p:nvPr/>
        </p:nvSpPr>
        <p:spPr>
          <a:xfrm>
            <a:off x="3719947" y="5251957"/>
            <a:ext cx="1451264" cy="4957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Fetch Exam Questions</a:t>
            </a:r>
          </a:p>
        </p:txBody>
      </p:sp>
    </p:spTree>
    <p:extLst>
      <p:ext uri="{BB962C8B-B14F-4D97-AF65-F5344CB8AC3E}">
        <p14:creationId xmlns:p14="http://schemas.microsoft.com/office/powerpoint/2010/main" val="2878833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2026-05-14T03:28:36Z</dcterms:created>
  <dcterms:modified xsi:type="dcterms:W3CDTF">2026-06-07T18:24:38Z</dcterms:modified>
</cp:coreProperties>
</file>